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实验A｜研究问题。教师按配套教案引导，不把页面提问当标准市场答案。</a:t>
            </a:r>
          </a:p>
          <a:p>
            <a:r>
              <a:t>讨论问题：怎样分别把这两个问题变成可检验的判断？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共同目标。教师按配套教案引导，不把页面提问当标准市场答案。</a:t>
            </a:r>
          </a:p>
          <a:p>
            <a:r>
              <a:t>讨论问题：智能体给出建议后，你作了什么决定？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个人研究。教师按配套教案引导，不把页面提问当标准市场答案。</a:t>
            </a:r>
          </a:p>
          <a:p>
            <a:r>
              <a:t>讨论问题：能定位一次有依据的判断吗？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A｜边界。教师按配套教案引导，不把页面提问当标准市场答案。</a:t>
            </a:r>
          </a:p>
          <a:p>
            <a:r>
              <a:t>讨论问题：你的观察安排如何落在给定研究期？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A｜选择。教师按配套教案引导，不把页面提问当标准市场答案。</a:t>
            </a:r>
          </a:p>
          <a:p>
            <a:r>
              <a:t>讨论问题：这是你的判断，还是智能体替你选择？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A｜教师确认。教师按配套教案引导，不把页面提问当标准市场答案。</a:t>
            </a:r>
          </a:p>
          <a:p>
            <a:r>
              <a:t>讨论问题：哪些条件未满足时应暂缓正式计算？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A｜时序。教师按配套教案引导，不把页面提问当标准市场答案。</a:t>
            </a:r>
          </a:p>
          <a:p>
            <a:r>
              <a:t>讨论问题：你能展示实际输入，而不只复述原则吗？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A｜编排。教师按配套教案引导，不把页面提问当标准市场答案。</a:t>
            </a:r>
          </a:p>
          <a:p>
            <a:r>
              <a:t>讨论问题：哪项实际输出支持了你的放行决定？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A｜核验。教师按配套教案引导，不把页面提问当标准市场答案。</a:t>
            </a:r>
          </a:p>
          <a:p>
            <a:r>
              <a:t>讨论问题：第二个模型同意，为什么还不够？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A｜底线。教师按配套教案引导，不把页面提问当标准市场答案。</a:t>
            </a:r>
          </a:p>
          <a:p>
            <a:r>
              <a:t>讨论问题：哪一处错误最可能改变你的结论？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A｜解释。教师按配套教案引导，不把页面提问当标准市场答案。</a:t>
            </a:r>
          </a:p>
          <a:p>
            <a:r>
              <a:t>讨论问题：证据支持、证据不足、无法判断如何区分？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A｜边界。教师按配套教案引导，不把页面提问当标准市场答案。</a:t>
            </a:r>
          </a:p>
          <a:p>
            <a:r>
              <a:t>讨论问题：若要更强结论，还缺什么证据？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A｜扩展。教师按配套教案引导，不把页面提问当标准市场答案。</a:t>
            </a:r>
          </a:p>
          <a:p>
            <a:r>
              <a:t>讨论问题：任务一为什么还没有回答这个新问题？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A｜事前计划。教师按配套教案引导，不把页面提问当标准市场答案。</a:t>
            </a:r>
          </a:p>
          <a:p>
            <a:r>
              <a:t>讨论问题：不同结果会怎样改变你的判断？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A｜判断。教师按配套教案引导，不把页面提问当标准市场答案。</a:t>
            </a:r>
          </a:p>
          <a:p>
            <a:r>
              <a:t>讨论问题：哪些解释被削弱，哪些仍不能排除？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共同评价。教师按配套教案引导，不把页面提问当标准市场答案。</a:t>
            </a:r>
          </a:p>
          <a:p>
            <a:r>
              <a:t>讨论问题：同一技术动作如何区分支持的能力？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A｜理解核对。教师按配套教案引导，不把页面提问当标准市场答案。</a:t>
            </a:r>
          </a:p>
          <a:p>
            <a:r>
              <a:t>讨论问题：你的回答与原始记录是否一致？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A｜提交与复盘。教师按配套教案引导，不把页面提问当标准市场答案。</a:t>
            </a:r>
          </a:p>
          <a:p>
            <a:r>
              <a:t>讨论问题：哪些差异来自选择，哪些差异才是执行错误？</a:t>
            </a:r>
          </a:p>
          <a:p>
            <a:r>
              <a:t>讲解后定位实际数据与研究证据；学生未登记的口径不得由程序或教师补成默认值。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实验A｜研究问题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过去的赢家会继续赢，还是输家会反超？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给定股票名单与研究期内，是否存在动量与反转？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自行设计方案，以实际分析分别回答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解释证据支持什么，以及结论边界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怎样分别把这两个问题变成可检验的判断？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共同目标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把计算交给智能体，把判断留给学生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编排智能体：任务、顺序与检查点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审查数据、计算、结果，并自选关键核验点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解释证据，提出新问题并组织验证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智能体给出建议后，你作了什么决定？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个人研究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评价从开始就公开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学生决定 → 实际执行 → 产物 → 学生判断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每人独立，4课时指导＋课外研究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完整原始记录＋证据索引，不以提示词长度评分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能定位一次有依据的判断吗？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A｜边界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固定的是范围，不是研究配方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教师名单481只，研究期内不自行增删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名单含事后存续筛选，不能代表历史全部成分股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说明实际数据范围，缺口如实登记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你的观察安排如何落在给定研究期？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A｜选择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方案由你决定，取舍由你解释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给出自己的检验方案与选择依据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解释一个替代方案及未采用理由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不把智能体推荐冒充本人的研究判断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这是你的判断，还是智能体替你选择？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A｜教师确认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正式计算前：简短方案＋问答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解释关键选择、一个替代方案和一项风险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教师确认可检验性、信息时序与执行条件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保留确认记录；确认不担保方法与结果正确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哪些条件未满足时应暂缓正式计算？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A｜时序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按自己的方案，检查信息是否可得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区分过去信息与未来观察结果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检查程序实际使用的数据日期和公布时点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不得用后来才知道的信息冒充预测输入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你能展示实际输入，而不只复述原则吗？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A｜编排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你凭什么批准继续执行？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展示支持决定的实际中间产物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说明继续、修正或暂缓的依据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关键方案变更保留理由与再次确认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哪项实际输出支持了你的放行决定？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A｜核验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数值不同，先问方案是否相同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按照本人确认方案准备独立复算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对齐输入、公式、参数和精度再判差值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不因不同于教师固定方案直接判错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第二个模型同意，为什么还不够？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A｜底线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三类核验与一个自选关键点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数据、计算、结果三类都须有实际核验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另选一个能影响研究判断的核验点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依据本人确认方案，不照抄固定技术清单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哪一处错误最可能改变你的结论？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A｜解释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分别回答动量与反转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两类问题都用实际结果回答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报告经济量级与统计不确定性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方向相反或不显著也如实解释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证据支持、证据不足、无法判断如何区分？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A｜边界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你的结论在哪些条件下成立？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固定名单的事后筛选限制外推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按实际方案说明成本、交易和估计假设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统计表现不等于实盘保证，也不直接证明机制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若要更强结论，还缺什么证据？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A｜扩展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任务二要多问一个新的具体问题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来源可以是理论、现象或任务一证据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不是把任务一换个标题重交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不限定稳健性检查，也不要求学术首创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任务一为什么还没有回答这个新问题？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A｜事前计划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先确认比较计划，再开始扩展计算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执行前保存150—200字计划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说明改变与保持条件、结果意义和关键核验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保留变更理由，不事后伪装为事前计划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不同结果会怎样改变你的判断？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A｜判断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用核验后的证据更新认识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实际比较是否回答了自己的问题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关键核验怎样进入保留、修正或暂缓判断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无错误、无显著结果、未推翻原认识都可高质量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哪些解释被削弱，哪些仍不能排除？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共同评价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逐项评分，但不统一方法答案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四能力各4点，每点0—3分，共16点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按本人方案评价理由、执行、核验和解释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权重与底线规则未确认前，不输出正式总分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同一技术动作如何区分支持的能力？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A｜理解核对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两次问答承担不同作用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方案问答发生在正式执行前，核对研究选择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最终答辩定位编排、核验与解释的真实记录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缺证先补核，不以口才或材料暂缺直接给零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你的回答与原始记录是否一致？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087E83"/>
                </a:solidFill>
                <a:latin typeface="Microsoft YaHei"/>
              </a:defRPr>
            </a:pPr>
            <a:r>
              <a:t>A｜提交与复盘  /  INVESTMENT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000" b="1">
                <a:solidFill>
                  <a:srgbClr val="152D3A"/>
                </a:solidFill>
                <a:latin typeface="Microsoft YaHei"/>
              </a:defRPr>
            </a:pPr>
            <a:r>
              <a:t>提交后再看教师的另一种方案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10896"/>
            <a:ext cx="7772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087E83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提交两个报告、方案与确认、程序数据和完整记录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990088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81528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8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两个任务均提交后才开放固定方案与参考代码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33087"/>
            <a:ext cx="10972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24527"/>
            <a:ext cx="438912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600" b="1">
                <a:solidFill>
                  <a:srgbClr val="087E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24527"/>
            <a:ext cx="982980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0">
                <a:solidFill>
                  <a:srgbClr val="152D3A"/>
                </a:solidFill>
                <a:latin typeface="Microsoft YaHei"/>
              </a:defRPr>
            </a:pPr>
            <a:r>
              <a:t>比较方法及其边界，不把参考实现当唯一答案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5760720"/>
            <a:ext cx="10972800" cy="585216"/>
          </a:xfrm>
          <a:prstGeom prst="roundRect">
            <a:avLst/>
          </a:prstGeom>
          <a:solidFill>
            <a:srgbClr val="15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301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讨论  /  哪些差异来自选择，哪些差异才是执行错误？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64808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900" b="0">
                <a:solidFill>
                  <a:srgbClr val="61727B"/>
                </a:solidFill>
                <a:latin typeface="Microsoft YaHei"/>
              </a:defRPr>
            </a:pPr>
            <a:r>
              <a:t>匿名审阅稿  ·  教学示例不是真实市场或学生成果  ·  配套任务书与评价表优先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动量与反转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